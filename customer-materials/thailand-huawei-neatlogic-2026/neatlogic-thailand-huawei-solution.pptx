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ab5de4b6be44a8" /><Relationship Type="http://schemas.openxmlformats.org/officeDocument/2006/relationships/extended-properties" Target="/docProps/app.xml" Id="Rb63549cf0f624ad8" /><Relationship Type="http://schemas.openxmlformats.org/officeDocument/2006/relationships/officeDocument" Target="/ppt/presentation.xml" Id="Rf209625d070d46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da46a487a4ca5"/>
  </p:sldMasterIdLst>
  <p:notesMasterIdLst>
    <p:notesMasterId xmlns:r="http://schemas.openxmlformats.org/officeDocument/2006/relationships" r:id="Rb16049bb9dc34049"/>
  </p:notesMasterIdLst>
  <p:sldIdLst>
    <p:sldId xmlns:r="http://schemas.openxmlformats.org/officeDocument/2006/relationships" id="256" r:id="R72f67a04a6564139"/>
    <p:sldId xmlns:r="http://schemas.openxmlformats.org/officeDocument/2006/relationships" id="257" r:id="R363401a1d35c46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26c774df44889" /><Relationship Type="http://schemas.openxmlformats.org/officeDocument/2006/relationships/slideMaster" Target="/ppt/slideMasters/slideMaster1.xml" Id="R53bda46a487a4ca5" /><Relationship Type="http://schemas.openxmlformats.org/officeDocument/2006/relationships/notesMaster" Target="/ppt/notesMasters/notesMaster1.xml" Id="Rb16049bb9dc34049" /><Relationship Type="http://schemas.openxmlformats.org/officeDocument/2006/relationships/presProps" Target="/ppt/presProps.xml" Id="R524b7733421943b4" /><Relationship Type="http://schemas.openxmlformats.org/officeDocument/2006/relationships/tableStyles" Target="/ppt/tableStyles.xml" Id="R70ec274f328b4d41" /><Relationship Type="http://schemas.openxmlformats.org/officeDocument/2006/relationships/slide" Target="/ppt/slides/slide1.xml" Id="R72f67a04a6564139" /><Relationship Type="http://schemas.openxmlformats.org/officeDocument/2006/relationships/slide" Target="/ppt/slides/slide2.xml" Id="R363401a1d35c46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7b7f736d264d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bff5b2a1ea405f" /><Relationship Type="http://schemas.openxmlformats.org/officeDocument/2006/relationships/notesMaster" Target="/ppt/notesMasters/notesMaster1.xml" Id="Rc691566c471946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0f9dc844124f85" /><Relationship Type="http://schemas.openxmlformats.org/officeDocument/2006/relationships/notesMaster" Target="/ppt/notesMasters/notesMaster1.xml" Id="R291b6f00157f47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4b3b85ecc4e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1476bfafe6440d" /><Relationship Type="http://schemas.openxmlformats.org/officeDocument/2006/relationships/slideLayout" Target="/ppt/slideLayouts/slideLayout1.xml" Id="R40100280a775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00280a775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70ab7be6f4d7a" /><Relationship Type="http://schemas.openxmlformats.org/officeDocument/2006/relationships/image" Target="/ppt/media/image.png" Id="Re103d79c5f0a481e" /><Relationship Type="http://schemas.openxmlformats.org/officeDocument/2006/relationships/notesSlide" Target="/ppt/notesSlides/notesSlide1.xml" Id="R535c6c68c3474d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0cfcd7120457f" /><Relationship Type="http://schemas.openxmlformats.org/officeDocument/2006/relationships/image" Target="/ppt/media/image2.png" Id="R6af4b6b0374f4b9e" /><Relationship Type="http://schemas.openxmlformats.org/officeDocument/2006/relationships/notesSlide" Target="/ppt/notesSlides/notesSlide2.xml" Id="Rd6e2dcbcbce143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3d79c5f0a48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4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4b6b0374f4b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83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2026-07-09T09:17:47.7220000Z</dcterms:created>
  <dcterms:modified xsi:type="dcterms:W3CDTF">2026-07-09T09:17:47.7220000Z</dcterms:modified>
</coreProperties>
</file>